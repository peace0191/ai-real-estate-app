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93192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</a:rPr>
              <a:t>🏠 AI 예약 자동 매칭 챗봇 부동산플랫폼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 실거래가 분석 · 사전예약 매칭 · 공동중개 네트워크 · 자동 숏츠 광고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</a:rPr>
              <a:t>프리미엄 AI 부동산 스타트업 플랫폼 사업계획서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</a:rPr>
              <a:t>2026년 3월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롯데타워앤강남빌딩부동산중개(주)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</a:rPr>
              <a:t>개설등록번호 11680-2023-00078  |  사업자등록번호 461-86-02740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</a:rPr>
              <a:t>서울특별시 강남구 대치동 938외1, 삼환아르누보2, 507호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</a:rPr>
              <a:t>TEL. 02-578-8285  |  M. 010-8985-8945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📋 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01  플랫폼 개요 및 핵심 가치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420624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058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02  타겟 시장 분석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420624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190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03  핵심 기능 소개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719072"/>
            <a:ext cx="420624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190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04  AI 저평가 분석 시스템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420624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323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05  AI 매칭 엔진 구조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432304"/>
            <a:ext cx="420624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4323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06  자동 숏츠 광고 시스템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420624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4553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07  수익 모델 &amp; 사업성 검토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45536"/>
            <a:ext cx="420624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4553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08  서버 인프라 &amp; 운영 비용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420624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587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09  개발 로드맵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858768"/>
            <a:ext cx="420624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8587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10  사업자 정보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 예약 자동 매칭 챗봇 부동산플랫폼 | 롯데타워앤강남빌딩부동산중개(주) | 02-578-8285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57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01  플랫폼 개요 및 핵심 가치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</a:rPr>
              <a:t>🎯 플랫폼 미션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2286000"/>
          </a:xfrm>
          <a:prstGeom prst="rect">
            <a:avLst/>
          </a:prstGeom>
          <a:solidFill>
            <a:srgbClr val="EEF2FF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</a:rPr>
              <a:t>AI 기술로 부동산 시장의 정보 비대칭을 해소하고,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</a:rPr>
              <a:t>수요자·공급자·중개사를 실시간으로 연결하는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</a:rPr>
              <a:t>프리미엄 AI 부동산 플랫폼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44"/>
                </a:solidFill>
              </a:rPr>
              <a:t>직방</a:t>
            </a:r>
            <a:pPr algn="ctr" indent="0" marL="0">
              <a:buNone/>
            </a:pPr>
            <a:r>
              <a:rPr lang="en-US" sz="1500" dirty="0">
                <a:solidFill>
                  <a:srgbClr val="0A1F44"/>
                </a:solidFill>
              </a:rPr>
              <a:t> + </a:t>
            </a:r>
            <a:pPr algn="ctr" indent="0" marL="0">
              <a:buNone/>
            </a:pPr>
            <a:r>
              <a:rPr lang="en-US" sz="1500" b="1" dirty="0">
                <a:solidFill>
                  <a:srgbClr val="0A1F44"/>
                </a:solidFill>
              </a:rPr>
              <a:t>네이버부동산</a:t>
            </a:r>
            <a:pPr algn="ctr" indent="0" marL="0">
              <a:buNone/>
            </a:pPr>
            <a:r>
              <a:rPr lang="en-US" sz="1500" dirty="0">
                <a:solidFill>
                  <a:srgbClr val="0A1F44"/>
                </a:solidFill>
              </a:rPr>
              <a:t> + </a:t>
            </a:r>
            <a:pPr algn="ctr" indent="0" marL="0">
              <a:buNone/>
            </a:pPr>
            <a:r>
              <a:rPr lang="en-US" sz="1500" b="1" dirty="0">
                <a:solidFill>
                  <a:srgbClr val="0A1F44"/>
                </a:solidFill>
              </a:rPr>
              <a:t>유튜브</a:t>
            </a:r>
            <a:pPr algn="ctr" indent="0" marL="0">
              <a:buNone/>
            </a:pPr>
            <a:r>
              <a:rPr lang="en-US" sz="1500" dirty="0">
                <a:solidFill>
                  <a:srgbClr val="0A1F44"/>
                </a:solidFill>
              </a:rPr>
              <a:t> + </a:t>
            </a:r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</a:rPr>
              <a:t>AI 분석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</a:rPr>
              <a:t>💡 핵심 차별점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🔍  AI 실거래가 저평가 탐지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984248"/>
            <a:ext cx="393192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84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🤝  수요↔공급 자동 매칭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505456"/>
            <a:ext cx="3931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5054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📺  자동 유튜브 숏츠 광고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26664"/>
            <a:ext cx="393192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266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🏢  공동중개 네트워크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547872"/>
            <a:ext cx="3931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5478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💬  AI 상담 챗봇 예약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 예약 자동 매칭 챗봇 부동산플랫폼 | 롯데타워앤강남빌딩부동산중개(주) | 02-578-8285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9144000" cy="457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02  타겟 시장 분석 — 서울 프리미엄 핵심 지역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737360"/>
          </a:xfrm>
          <a:prstGeom prst="rect">
            <a:avLst/>
          </a:prstGeom>
          <a:solidFill>
            <a:srgbClr val="0A1F4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강남구 대치동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20~40억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대한민국 최고 학군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1051560"/>
            <a:ext cx="2743200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강남구 개포동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64408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20~35억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64408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재건축 완료 신축단지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051560"/>
            <a:ext cx="2743200" cy="1737360"/>
          </a:xfrm>
          <a:prstGeom prst="rect">
            <a:avLst/>
          </a:prstGeom>
          <a:solidFill>
            <a:srgbClr val="1D4ED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강남구 역삼동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08776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18~30억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08776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업무지구 역세권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16653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송파구 신천동·잠실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18~35억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잠실 생활권 핵심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2971800"/>
            <a:ext cx="2743200" cy="1737360"/>
          </a:xfrm>
          <a:prstGeom prst="rect">
            <a:avLst/>
          </a:prstGeom>
          <a:solidFill>
            <a:srgbClr val="924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성수동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64408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15~30억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64408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뉴욕형 트렌드 지역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2971800"/>
            <a:ext cx="2743200" cy="1737360"/>
          </a:xfrm>
          <a:prstGeom prst="rect">
            <a:avLst/>
          </a:prstGeom>
          <a:solidFill>
            <a:srgbClr val="6D28D9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용산구 한남동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08776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20~50억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08776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한강뷰 프리미엄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 예약 자동 매칭 챗봇 부동산플랫폼 | 롯데타워앤강남빌딩부동산중개(주) | 02-578-8285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736592"/>
            <a:ext cx="9144000" cy="457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03  핵심 기능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828800"/>
          </a:xfrm>
          <a:prstGeom prst="rect">
            <a:avLst/>
          </a:prstGeom>
          <a:solidFill>
            <a:srgbClr val="EEF2FF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🏠  매물 접수 시스템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수요·공급·공동중개 매물 등록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공간별 사진 2장+30초 영상 필수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실매물 검증 후 광고 게재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72968" y="1005840"/>
            <a:ext cx="2743200" cy="1828800"/>
          </a:xfrm>
          <a:prstGeom prst="rect">
            <a:avLst/>
          </a:prstGeom>
          <a:solidFill>
            <a:srgbClr val="EEF2FF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📊  AI 저평가 분석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64408" y="15544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국토부·KB·네이버 3중 비교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 기준가 자동 산출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저평가율 실시간 계산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17336" y="1005840"/>
            <a:ext cx="2743200" cy="1828800"/>
          </a:xfrm>
          <a:prstGeom prst="rect">
            <a:avLst/>
          </a:prstGeom>
          <a:solidFill>
            <a:srgbClr val="EEF2FF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🤝  AI 자동 매칭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08776" y="15544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수요↔공급 AI 점수화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매칭비율 90%+ 자동 알림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관리자 실시간 매칭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944368"/>
            <a:ext cx="2743200" cy="182880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900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🎬  자동 숏츠 광고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4930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저평가 매물 영상 자동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YouTube·Instagram 자동 업로드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SNS·알림톡 자동 발송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72968" y="2944368"/>
            <a:ext cx="2743200" cy="182880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29900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💬  AI 상담 챗봇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34930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24시간 AI 매물 상담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상담 예약 자동 처리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RAG 기반 지식베이스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17336" y="2944368"/>
            <a:ext cx="2743200" cy="182880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9900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👨‍💼  관리자 대시보드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34930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실시간 매물·매칭·알림 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숏츠 제작 대상 자동 선별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공동중개 100개사 네트워크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 예약 자동 매칭 챗봇 부동산플랫폼 | 롯데타워앤강남빌딩부동산중개(주) | 02-578-8285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736592"/>
            <a:ext cx="9144000" cy="457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04  AI 저평가 분석 시스템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0A1F44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09728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국토부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실거래가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19072" y="105156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1E3A6E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09728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시세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63824" y="105156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109728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네이버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매물평균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61104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08576" y="105156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09728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기준가 산출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05856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071616" y="109728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저평가율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계산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98080" y="105156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7516368" y="109728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추천등급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결정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</a:rPr>
              <a:t>📊 저평가 추천 등급 기준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3657600" cy="365760"/>
          </a:xfrm>
          <a:prstGeom prst="rect">
            <a:avLst/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</a:rPr>
              <a:t>🔥 강력 추천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저평가율 15% 이상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91256"/>
            <a:ext cx="3657600" cy="36576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912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</a:rPr>
              <a:t>⭐ 추천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31912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저평가율 10~15%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93592"/>
            <a:ext cx="365760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935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</a:rPr>
              <a:t>✅ 관심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3593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저평가율 5~10%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995928"/>
            <a:ext cx="36576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959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</a:rPr>
              <a:t>일반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03120" y="3995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저평가율 0~5%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398264"/>
            <a:ext cx="3657600" cy="365760"/>
          </a:xfrm>
          <a:prstGeom prst="rect">
            <a:avLst/>
          </a:prstGeom>
          <a:solidFill>
            <a:srgbClr val="FFF1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982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</a:rPr>
              <a:t>⚠️ 고평가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03120" y="4398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매물가 &gt; AI 기준가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📌 분석 예시 (대치동 아파트 84㎡)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국토부 실거래가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2788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1F44"/>
                </a:solidFill>
              </a:rPr>
              <a:t>25억원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136392"/>
            <a:ext cx="393192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136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KB 시세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31363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1F44"/>
                </a:solidFill>
              </a:rPr>
              <a:t>24.5억원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483864"/>
            <a:ext cx="393192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4838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네이버 평균가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0" y="34838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1F44"/>
                </a:solidFill>
              </a:rPr>
              <a:t>25.2억원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3831336"/>
            <a:ext cx="393192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831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기준가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0" y="38313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1F44"/>
                </a:solidFill>
              </a:rPr>
              <a:t>24.9억원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4178808"/>
            <a:ext cx="393192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178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현재 매물가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41788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1F44"/>
                </a:solidFill>
              </a:rPr>
              <a:t>23억원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54880" y="4526280"/>
            <a:ext cx="3931920" cy="320040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저평가율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58000" y="4526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7.6% ✅ 관심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 예약 자동 매칭 챗봇 부동산플랫폼 | 롯데타워앤강남빌딩부동산중개(주) | 02-578-8285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736592"/>
            <a:ext cx="9144000" cy="457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07  수익 모델 &amp; 사업성 검토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600200"/>
          </a:xfrm>
          <a:prstGeom prst="rect">
            <a:avLst/>
          </a:prstGeom>
          <a:solidFill>
            <a:srgbClr val="EEF2FF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</a:rPr>
              <a:t>💰 광고 매물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중개사 하루 2건 무료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추가 매물 월 3만원/건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300만원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(100개사 기준)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</a:rPr>
              <a:t>💰 CRM 사용료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고객관리 시스템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월 2만원/사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200만원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114800" cy="1600200"/>
          </a:xfrm>
          <a:prstGeom prst="rect">
            <a:avLst/>
          </a:prstGeom>
          <a:solidFill>
            <a:srgbClr val="EEF2FF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</a:rPr>
              <a:t>💰 숏츠 프리미엄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자동 숏츠 제작·업로드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월 5만원/사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3291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250만원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11480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</a:rPr>
              <a:t>💰 거래 성사 수수료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291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중개보수의 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거래 성사 시 정산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3291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200만원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(월 20건 기준)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solidFill>
            <a:srgbClr val="0A1F4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📈 월 예상 매출  750~950만원  |  운영비 120만원  |  순이익 630~830만원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 예약 자동 매칭 챗봇 부동산플랫폼 | 롯데타워앤강남빌딩부동산중개(주) | 02-578-8285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736592"/>
            <a:ext cx="9144000" cy="457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08  서버 인프라 &amp; 운영 비용 (감가상각)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☁️ AWS EC2 앱 서버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051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월 30만원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하루 평균 10,000원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51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🗄 AWS RDS 데이터베이스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0" y="1051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월 20만원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하루 평균 6,667원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📦 AWS S3 사진·영상 저장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월 10만원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하루 평균 3,333원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148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🌐 CloudFront CDN (영상 배포)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월 10만원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하루 평균 3,333원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🎬 영상 처리 숏츠 자동 생성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월 30만원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하루 평균 10,000원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4114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</a:rPr>
              <a:t>📡 API 비용 국토부·유튜브·카카오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0" y="32461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월 20만원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하루 평균 6,667원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0" y="4343400"/>
            <a:ext cx="5486400" cy="502920"/>
          </a:xfrm>
          <a:prstGeom prst="rect">
            <a:avLst/>
          </a:prstGeom>
          <a:solidFill>
            <a:srgbClr val="0A1F4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43434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💵 월 총 운영비: 약 120만원  |  하루 평균: 약 40,000원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 예약 자동 매칭 챗봇 부동산플랫폼 | 롯데타워앤강남빌딩부동산중개(주) | 02-578-8285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736592"/>
            <a:ext cx="9144000" cy="457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09  개발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  1~2개월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MVP 출시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0" cy="2560320"/>
          </a:xfrm>
          <a:prstGeom prst="rect">
            <a:avLst/>
          </a:prstGeom>
          <a:solidFill>
            <a:srgbClr val="F8FAFC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매물 접수 시스템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AI 저평가 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실시간 매칭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295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관리자 대시보드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  3~4개월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플랫폼 확장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2743200" cy="2560320"/>
          </a:xfrm>
          <a:prstGeom prst="rect">
            <a:avLst/>
          </a:prstGeom>
          <a:solidFill>
            <a:srgbClr val="F8FAFC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국토부 API 연동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395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네이버 크롤링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962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공동중개 100개사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5295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자동 숏츠 생성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  5~6개월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AI 고도화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691640"/>
            <a:ext cx="2743200" cy="2560320"/>
          </a:xfrm>
          <a:prstGeom prst="rect">
            <a:avLst/>
          </a:prstGeom>
          <a:solidFill>
            <a:srgbClr val="F8FAFC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RAG 상담 챗봇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395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YouTube 자동 업로드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962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카카오 알림톡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5295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</a:rPr>
              <a:t>✓  AWS 배포·MLOps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4572000"/>
            <a:ext cx="6400800" cy="38404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45720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</a:rPr>
              <a:t>🚀  GitHub 관리 + Docker 배포 + AWS 인프라로 즉시 서비스 가능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 예약 자동 매칭 챗봇 부동산플랫폼 | 롯데타워앤강남빌딩부동산중개(주) | 02-578-8285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736592"/>
            <a:ext cx="9144000" cy="457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1E3A6E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🏠 AI 예약 자동 매칭 챗봇 부동산플랫폼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6400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🏢  롯데타워앤강남빌딩부동산중개(주)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개설등록번호  11680-2023-00078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사업자등록번호  461-86-02740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서울특별시 강남구 대치동 938외1, 삼환아르누보2, 507호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📞 대표전화  02-578-8285  |  M. 010-8985-8945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4348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44"/>
                </a:solidFill>
              </a:rPr>
              <a:t>문의·상담·제휴 언제든지 연락주세요!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예약 자동 매칭 챗봇 부동산플랫폼 사업설명서</dc:title>
  <dc:subject>PptxGenJS Presentation</dc:subject>
  <dc:creator>롯데타워앤강남빌딩부동산중개(주)</dc:creator>
  <cp:lastModifiedBy>롯데타워앤강남빌딩부동산중개(주)</cp:lastModifiedBy>
  <cp:revision>1</cp:revision>
  <dcterms:created xsi:type="dcterms:W3CDTF">2026-03-06T16:02:24Z</dcterms:created>
  <dcterms:modified xsi:type="dcterms:W3CDTF">2026-03-06T16:02:24Z</dcterms:modified>
</cp:coreProperties>
</file>